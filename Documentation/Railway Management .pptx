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83ad960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83ad960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e83ad960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e83ad960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e83ad960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e83ad960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e83ad960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e83ad960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e83ad960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e83ad960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e83ad960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e83ad960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60225"/>
            <a:ext cx="8520600" cy="164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Title-Railway Timetable Management System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931150" y="2018225"/>
            <a:ext cx="3433500" cy="20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Name: Varun Vijay Galgali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Roll No: 150096725206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 </a:t>
            </a:r>
            <a:r>
              <a:rPr b="1" lang="en" sz="3022"/>
              <a:t> Introduction</a:t>
            </a:r>
            <a:endParaRPr b="1" sz="3022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</a:rPr>
              <a:t>Railway Timetable Management System is a </a:t>
            </a:r>
            <a:r>
              <a:rPr b="1" lang="en" sz="2200">
                <a:solidFill>
                  <a:schemeClr val="dk1"/>
                </a:solidFill>
              </a:rPr>
              <a:t>console-based C++ program</a:t>
            </a:r>
            <a:r>
              <a:rPr lang="en" sz="2200">
                <a:solidFill>
                  <a:schemeClr val="dk1"/>
                </a:solidFill>
              </a:rPr>
              <a:t> used to manage train schedule information.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</a:rPr>
              <a:t>The system stores and displays: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Train number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Arrival time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Departure time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</a:rPr>
              <a:t>It allows users to </a:t>
            </a:r>
            <a:r>
              <a:rPr b="1" lang="en" sz="2200">
                <a:solidFill>
                  <a:schemeClr val="dk1"/>
                </a:solidFill>
              </a:rPr>
              <a:t>view the timetable and search train records easily</a:t>
            </a:r>
            <a:r>
              <a:rPr lang="en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</a:t>
            </a:r>
            <a:r>
              <a:rPr b="1" lang="en" sz="3133"/>
              <a:t>    Objective</a:t>
            </a:r>
            <a:endParaRPr b="1" sz="3133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34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chemeClr val="dk1"/>
                </a:solidFill>
              </a:rPr>
              <a:t>The objectives of this project are: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" sz="2600">
                <a:solidFill>
                  <a:schemeClr val="dk1"/>
                </a:solidFill>
              </a:rPr>
              <a:t>Build a simple </a:t>
            </a:r>
            <a:r>
              <a:rPr b="1" lang="en" sz="2600">
                <a:solidFill>
                  <a:schemeClr val="dk1"/>
                </a:solidFill>
              </a:rPr>
              <a:t>real-world application using C++</a:t>
            </a:r>
            <a:endParaRPr b="1"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" sz="2600">
                <a:solidFill>
                  <a:schemeClr val="dk1"/>
                </a:solidFill>
              </a:rPr>
              <a:t>Understand </a:t>
            </a:r>
            <a:r>
              <a:rPr b="1" lang="en" sz="2600">
                <a:solidFill>
                  <a:schemeClr val="dk1"/>
                </a:solidFill>
              </a:rPr>
              <a:t>structures and vectors</a:t>
            </a:r>
            <a:endParaRPr b="1"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" sz="2600">
                <a:solidFill>
                  <a:schemeClr val="dk1"/>
                </a:solidFill>
              </a:rPr>
              <a:t>Implement </a:t>
            </a:r>
            <a:r>
              <a:rPr b="1" lang="en" sz="2600">
                <a:solidFill>
                  <a:schemeClr val="dk1"/>
                </a:solidFill>
              </a:rPr>
              <a:t>search functionality</a:t>
            </a:r>
            <a:endParaRPr b="1"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" sz="2600">
                <a:solidFill>
                  <a:schemeClr val="dk1"/>
                </a:solidFill>
              </a:rPr>
              <a:t>Convert </a:t>
            </a:r>
            <a:r>
              <a:rPr b="1" lang="en" sz="2600">
                <a:solidFill>
                  <a:schemeClr val="dk1"/>
                </a:solidFill>
              </a:rPr>
              <a:t>24-hour time to 12-hour format</a:t>
            </a:r>
            <a:endParaRPr b="1"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" sz="2600">
                <a:solidFill>
                  <a:schemeClr val="dk1"/>
                </a:solidFill>
              </a:rPr>
              <a:t>Write </a:t>
            </a:r>
            <a:r>
              <a:rPr b="1" lang="en" sz="2600">
                <a:solidFill>
                  <a:schemeClr val="dk1"/>
                </a:solidFill>
              </a:rPr>
              <a:t>organized and modular code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</a:t>
            </a:r>
            <a:r>
              <a:rPr b="1" lang="en" sz="2911"/>
              <a:t>    Technology Used </a:t>
            </a:r>
            <a:endParaRPr b="1" sz="291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</a:rPr>
              <a:t>Programming Language:</a:t>
            </a:r>
            <a:br>
              <a:rPr b="1" lang="en" sz="2100">
                <a:solidFill>
                  <a:schemeClr val="dk1"/>
                </a:solidFill>
              </a:rPr>
            </a:br>
            <a:r>
              <a:rPr lang="en" sz="2100">
                <a:solidFill>
                  <a:schemeClr val="dk1"/>
                </a:solidFill>
              </a:rPr>
              <a:t>C++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</a:rPr>
              <a:t>Concepts Used: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Structures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Vectors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Functions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Loops and Conditions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Time Conversion Logic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</a:t>
            </a:r>
            <a:r>
              <a:rPr b="1" lang="en" sz="2911"/>
              <a:t>System Working </a:t>
            </a:r>
            <a:endParaRPr b="1" sz="2911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The program works in the following steps: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Program starts and shows menu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User selects an option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System displays timetable or searches train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Train information is shown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</a:rPr>
              <a:t>Program continues until user exits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</a:t>
            </a:r>
            <a:r>
              <a:rPr b="1" lang="en" sz="2911"/>
              <a:t>  Key Features </a:t>
            </a:r>
            <a:endParaRPr b="1" sz="2911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</a:rPr>
              <a:t>Main features of the system: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Display railway timetable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Search train by train number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Time conversion to 12-hour format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Organized program structure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Simple console-based interface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   </a:t>
            </a:r>
            <a:r>
              <a:rPr b="1" lang="en" sz="2911"/>
              <a:t>  Conclusion</a:t>
            </a:r>
            <a:endParaRPr b="1" sz="2911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3693"/>
              <a:buFont typeface="Arial"/>
              <a:buNone/>
            </a:pPr>
            <a:r>
              <a:rPr lang="en" sz="2048">
                <a:solidFill>
                  <a:schemeClr val="dk1"/>
                </a:solidFill>
              </a:rPr>
              <a:t>The</a:t>
            </a:r>
            <a:r>
              <a:rPr lang="en" sz="3048">
                <a:solidFill>
                  <a:schemeClr val="dk1"/>
                </a:solidFill>
              </a:rPr>
              <a:t> </a:t>
            </a:r>
            <a:r>
              <a:rPr b="1" lang="en" sz="2100">
                <a:solidFill>
                  <a:schemeClr val="dk1"/>
                </a:solidFill>
              </a:rPr>
              <a:t>Railway Timetable Management System</a:t>
            </a:r>
            <a:r>
              <a:rPr lang="en" sz="2100">
                <a:solidFill>
                  <a:schemeClr val="dk1"/>
                </a:solidFill>
              </a:rPr>
              <a:t> is a simple console-based application developed using C++.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It demonstrates how programming can be used to organize and manage real-world information efficiently. The system allows users to view train schedules and search train details easily.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This project helped in understanding how a practical management system can be built using basic programming concepts and logical problem solving.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